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978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Information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Flask-based REST API for storing and querying city-level weather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E3F3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Flask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03120" y="352044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E3F3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MySQL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352044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E3F3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457200"/>
            <a:ext cx="4023360" cy="4023360"/>
          </a:xfrm>
          <a:prstGeom prst="ellipse">
            <a:avLst/>
          </a:prstGeom>
          <a:solidFill>
            <a:srgbClr val="E3F3F0"/>
          </a:solidFill>
          <a:ln w="12700">
            <a:solidFill>
              <a:srgbClr val="E3F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77724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09360" y="914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252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· browser · app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0" cy="41148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214884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0F766E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936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24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3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statistics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98080" y="3063240"/>
            <a:ext cx="0" cy="41148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352044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0936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or MySQL</a:t>
            </a:r>
            <a:endParaRPr lang="en-US" sz="1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62C0C6-CC2A-6D66-893C-3AFC6566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76" y="4617720"/>
            <a:ext cx="1492327" cy="4635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This API Do?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36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weather snapshots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38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 and condition for each city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0876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536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queries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938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state or minimum temperature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0632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statistics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930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average, min and max temperature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283464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0632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34930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out of the box; MySQL with a config change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D7C0D6A-E943-23CB-5E1A-FBAFE9335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76" y="4617720"/>
            <a:ext cx="1492327" cy="4635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08760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527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5087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527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965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3.x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8076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08760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527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65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(default) · MySQL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2461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(.env)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91840" y="301752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20440" y="3246120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8.x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080760" y="301752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32461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LIBRARIES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703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sqlite3 · mysql-connector-python</a:t>
            </a:r>
            <a:endParaRPr lang="en-US" sz="15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967029-2934-4FBE-727E-73B143F0B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456" y="4617720"/>
            <a:ext cx="1492327" cy="4635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Codebase Layout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2976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city_api/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app.py          app factory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database.py     SQLite &amp; MySQL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models.py       fields, timestamp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routes.py       endpoint handlers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validators.py   input validation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initialize_mysql.py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mysql_schema.sql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test_api.py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12080" y="1554480"/>
            <a:ext cx="3474720" cy="411480"/>
          </a:xfrm>
          <a:prstGeom prst="roundRect">
            <a:avLst>
              <a:gd name="adj" fmla="val 26667"/>
            </a:avLst>
          </a:prstGeom>
          <a:solidFill>
            <a:srgbClr val="E3F3F0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21208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1984248"/>
            <a:ext cx="0" cy="18288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12080" y="2194560"/>
            <a:ext cx="347472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21208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routes.py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0" y="2624328"/>
            <a:ext cx="0" cy="18288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2834640"/>
            <a:ext cx="347472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1208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validators.py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49440" y="3264408"/>
            <a:ext cx="0" cy="18288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3474720"/>
            <a:ext cx="347472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1208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49440" y="3904488"/>
            <a:ext cx="0" cy="18288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12080" y="4114800"/>
            <a:ext cx="3474720" cy="411480"/>
          </a:xfrm>
          <a:prstGeom prst="roundRect">
            <a:avLst>
              <a:gd name="adj" fmla="val 26667"/>
            </a:avLst>
          </a:prstGeom>
          <a:solidFill>
            <a:srgbClr val="E3F3F0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21208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MySQL</a:t>
            </a:r>
            <a:endParaRPr lang="en-US" sz="1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7D8BC9-69AC-9C24-E9B9-AE2DFC06E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76" y="4617720"/>
            <a:ext cx="1492327" cy="4635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Table Schema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city_id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/ INTEGER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key, auto-increment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city_name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VARCHAR(255)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VARCHAR(255)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country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VARCHAR(255)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temperature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/ DECIMAL(10,2)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humidity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/ DECIMAL(5,2)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weather_condition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VARCHAR(255)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recorded_at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VARCHAR(40)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UTC ISO timestamp, auto-set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5A873B9-8591-845A-A9DF-F266652E0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456" y="4625340"/>
            <a:ext cx="1492327" cy="4635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Endpoints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32841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/cities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cities (supports ?state= and ?min_temperature=)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/cities/&lt;id&gt;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 single city by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/cities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city record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/cities/&lt;id&gt;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one or more fields of a 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/cities/&lt;id&gt;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city record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34E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/statistics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Count, avg, max, min temperature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A09772E-2D04-42C7-84A0-C46DAD100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456" y="4617720"/>
            <a:ext cx="1492327" cy="4635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17320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fields required on POST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47672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476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PUT: partial update, at least 1 field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7802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780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fields: non-empty strings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008376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083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must be numeric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538728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5387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humidity: numeric, 0–100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690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400 with a details map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12344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492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400 response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17373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"error": "Invalid city data.",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"details":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"humidity":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"Must be between 0 and 100."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370332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E3F3F0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349240" y="3794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40416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city_name, state, country, temperature, humidity, weather_condition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8C9079B-9EE2-D3B9-71B4-56AE0D0FB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76" y="4679926"/>
            <a:ext cx="1492327" cy="4635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Database Support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371600"/>
            <a:ext cx="1005840" cy="274320"/>
          </a:xfrm>
          <a:prstGeom prst="roundRect">
            <a:avLst>
              <a:gd name="adj" fmla="val 66667"/>
            </a:avLst>
          </a:prstGeom>
          <a:solidFill>
            <a:srgbClr val="E3F3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needed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cities.db auto-created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CITY_API_DATABASE sets the path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6576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57800" y="1371600"/>
            <a:ext cx="1005840" cy="274320"/>
          </a:xfrm>
          <a:prstGeom prst="roundRect">
            <a:avLst>
              <a:gd name="adj" fmla="val 66667"/>
            </a:avLst>
          </a:prstGeom>
          <a:solidFill>
            <a:srgbClr val="FEF3C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23317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CITY_API_DATABASE_URL in .env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scripts/initialize_mysql.py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and table auto-created on startup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240280"/>
            <a:ext cx="640080" cy="411480"/>
          </a:xfrm>
          <a:prstGeom prst="left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3F3F0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 logic: ? placeholders are rewritten to %s for MySQL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1FBFAE-8C69-23B5-50C7-C5166B66C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456" y="4617720"/>
            <a:ext cx="1492327" cy="4635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 with Pytest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test_create_and_get_city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019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then GET; verifies fields and recorded_at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3716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test_list_filter_update_and_delete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019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state &amp; temperature, PUT, DELETE, 404 after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test_validation_and_missing_records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107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humidity, empty body, missing city, bad query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8803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test_statistics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4107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cities inserted; checks count, avg, max,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E3F3F0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SQLite DB per test via tmp_path   ·   Run with: pytest</a:t>
            </a:r>
            <a:endParaRPr lang="en-US" sz="15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761A0F7-AB8E-29C1-6CE6-14B6D8862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76" y="4672584"/>
            <a:ext cx="1492327" cy="4635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4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25880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325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city_api.app  →  127.0.0.1:5000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130552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267712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2677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70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1508760"/>
          </a:xfrm>
          <a:prstGeom prst="roundRect">
            <a:avLst>
              <a:gd name="adj" fmla="val 7273"/>
            </a:avLst>
          </a:prstGeom>
          <a:solidFill>
            <a:srgbClr val="E3F3F0"/>
          </a:solidFill>
          <a:ln w="9525">
            <a:solidFill>
              <a:srgbClr val="D3E5E1"/>
            </a:solidFill>
            <a:prstDash val="solid"/>
          </a:ln>
          <a:effectLst>
            <a:outerShdw blurRad="76200" dist="25400" dir="5400000" algn="bl" rotWithShape="0">
              <a:srgbClr val="7C9A94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291840"/>
            <a:ext cx="1097280" cy="274320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MYSQL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CITY_API_DATABASE_URL=mysql+pymysql://root:password@localhost:3306/city_weather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34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scripts/initialize_mysql.py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6CB785-DEE8-CD23-862B-750788321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456" y="4617720"/>
            <a:ext cx="1492327" cy="4635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697</Words>
  <Application>Microsoft Office PowerPoint</Application>
  <PresentationFormat>On-screen Show (16:9)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Information REST API</dc:title>
  <dc:subject>PptxGenJS Presentation</dc:subject>
  <dc:creator>PptxGenJS</dc:creator>
  <cp:lastModifiedBy>SREEJA MATRI</cp:lastModifiedBy>
  <cp:revision>2</cp:revision>
  <dcterms:created xsi:type="dcterms:W3CDTF">2026-10-09T11:01:41Z</dcterms:created>
  <dcterms:modified xsi:type="dcterms:W3CDTF">2026-10-09T14:33:35Z</dcterms:modified>
</cp:coreProperties>
</file>